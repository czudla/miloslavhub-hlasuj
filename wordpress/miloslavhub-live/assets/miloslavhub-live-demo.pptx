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MiloslavHub Live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8EE"/>
                </a:solidFill>
              </a:rPr>
              <a:t>Ukázkové interaktivní hlasování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62179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3 QR kódy: dva kvízy se správnou odpovědí a jedna anonymní anketa.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6217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CE8F7"/>
                </a:solidFill>
              </a:rPr>
              <a:t>Demo běží v režimu TEST a po krátké době se automaticky vrací do čistého stavu.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98348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157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hlasuj.miloslavhub.cz</a:t>
            </a:r>
            <a:endParaRPr lang="en-US" sz="2000" dirty="0"/>
          </a:p>
        </p:txBody>
      </p:sp>
      <p:pic>
        <p:nvPicPr>
          <p:cNvPr id="9" name="Image 0" descr="/mnt/data/demo073_qr/01-hes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51560"/>
            <a:ext cx="2743200" cy="274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Začněte libovolným QR kódem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43800" y="4681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8EE"/>
                </a:solidFill>
              </a:rPr>
              <a:t>první načtení automaticky spustí demo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Otázka 1 · kvíz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hlasuj.miloslavhub.cz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583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Které heslo je nejbezpečnější?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6492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6174"/>
                </a:solidFill>
              </a:rPr>
              <a:t>Vyberte jednu odpověď. Po uzavření se zobrazí správnost, čas i body.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3682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12345678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990088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Pardubice2026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3648456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3685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xP7!qM2#vL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4306824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70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4343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heslo123</a:t>
            </a:r>
            <a:endParaRPr lang="en-US" sz="1900" dirty="0"/>
          </a:p>
        </p:txBody>
      </p:sp>
      <p:pic>
        <p:nvPicPr>
          <p:cNvPr id="19" name="Image 0" descr="/mnt/data/demo073_qr/01-hes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1216152"/>
            <a:ext cx="3063240" cy="3063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534656" y="4526280"/>
            <a:ext cx="3657600" cy="694944"/>
          </a:xfrm>
          <a:prstGeom prst="roundRect">
            <a:avLst>
              <a:gd name="adj" fmla="val 1315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470916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Naskenujte QR kód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60920" y="5376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74"/>
                </a:solidFill>
              </a:rPr>
              <a:t>nebo použijte již otevřený telefon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174"/>
                </a:solidFill>
              </a:rPr>
              <a:t>Miloslav Hub · miloslavhub.cz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6446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74"/>
                </a:solidFill>
              </a:rPr>
              <a:t>ukázkové testovací hlasování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Otázka 2 · kvíz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hlasuj.miloslavhub.cz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583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znamená zkratka VPN?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6492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6174"/>
                </a:solidFill>
              </a:rPr>
              <a:t>Druhá otázka ukáže automatické přepnutí bez nového skenování u připojených telefonů.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3682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Virtual Private Network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990088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Verified Public Network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3648456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3685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Virtual Protected Node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4306824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70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4343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Variable Private Network</a:t>
            </a:r>
            <a:endParaRPr lang="en-US" sz="1900" dirty="0"/>
          </a:p>
        </p:txBody>
      </p:sp>
      <p:pic>
        <p:nvPicPr>
          <p:cNvPr id="19" name="Image 0" descr="/mnt/data/demo073_qr/02-vp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1216152"/>
            <a:ext cx="3063240" cy="3063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534656" y="4526280"/>
            <a:ext cx="3657600" cy="694944"/>
          </a:xfrm>
          <a:prstGeom prst="roundRect">
            <a:avLst>
              <a:gd name="adj" fmla="val 1315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470916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Naskenujte QR kód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60920" y="5376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74"/>
                </a:solidFill>
              </a:rPr>
              <a:t>nebo použijte již otevřený telefon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174"/>
                </a:solidFill>
              </a:rPr>
              <a:t>Miloslav Hub · miloslavhub.cz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6446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74"/>
                </a:solidFill>
              </a:rPr>
              <a:t>ukázkové testovací hlasování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Otázka 3 · anketa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1040" y="384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61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hlasuj.miloslavhub.cz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583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Používáte někdy veřejnou Wi‑Fi?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6492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6174"/>
                </a:solidFill>
              </a:rPr>
              <a:t>Bez správné odpovědi a bez bodování; zobrazí se pouze anonymní rozložení hlasů.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3682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Ano, často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990088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54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Občas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3648456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3685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Výjimečně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4306824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EAF2FB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70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AE"/>
                </a:solidFill>
              </a:rPr>
              <a:t>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4343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Nikdy</a:t>
            </a:r>
            <a:endParaRPr lang="en-US" sz="1900" dirty="0"/>
          </a:p>
        </p:txBody>
      </p:sp>
      <p:pic>
        <p:nvPicPr>
          <p:cNvPr id="19" name="Image 0" descr="/mnt/data/demo073_qr/03-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1216152"/>
            <a:ext cx="3063240" cy="3063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534656" y="4526280"/>
            <a:ext cx="3657600" cy="694944"/>
          </a:xfrm>
          <a:prstGeom prst="roundRect">
            <a:avLst>
              <a:gd name="adj" fmla="val 13158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470916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Naskenujte QR kód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60920" y="5376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6174"/>
                </a:solidFill>
              </a:rPr>
              <a:t>nebo použijte již otevřený telefon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174"/>
                </a:solidFill>
              </a:rPr>
              <a:t>Miloslav Hub · miloslavhub.cz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6446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86174"/>
                </a:solidFill>
              </a:rPr>
              <a:t>ukázkové testovací hlasování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Miloslav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MiloslavHub Live – ukázkové demo</dc:title>
  <dc:subject>Ukázkové demo MiloslavHub Live</dc:subject>
  <dc:creator>Miloslav Hub</dc:creator>
  <cp:lastModifiedBy>Miloslav Hub</cp:lastModifiedBy>
  <cp:revision>1</cp:revision>
  <dcterms:created xsi:type="dcterms:W3CDTF">2026-09-23T14:24:01Z</dcterms:created>
  <dcterms:modified xsi:type="dcterms:W3CDTF">2026-09-23T14:24:01Z</dcterms:modified>
</cp:coreProperties>
</file>